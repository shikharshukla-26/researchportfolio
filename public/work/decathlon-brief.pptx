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931920"/>
            <a:ext cx="1920240" cy="1920240"/>
          </a:xfrm>
          <a:prstGeom prst="ellipse">
            <a:avLst/>
          </a:prstGeom>
          <a:ln w="15240">
            <a:solidFill>
              <a:srgbClr val="E0A02B"/>
            </a:solidFill>
            <a:prstDash val="solid"/>
          </a:ln>
        </p:spPr>
      </p:sp>
      <p:pic>
        <p:nvPicPr>
          <p:cNvPr id="3" name="Image 0" descr="/home/claude/work/assets/icon_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44348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bought a cycle on Decathlon.in.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49808" y="16002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be returned — and nothing on the site tells the shopper that before they pay.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8-finding heuristic evaluation of the full purchase journey (search → payment), mapped to Nielsen's 10 Usability Heuristics.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7240" y="452628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1E2C48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HIGH-PRIORITY FINDINGS  ·  ALL FIXABLE WITHOUT A REDESIGN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5989320"/>
            <a:ext cx="10607040" cy="0"/>
          </a:xfrm>
          <a:prstGeom prst="line">
            <a:avLst/>
          </a:prstGeom>
          <a:noFill/>
          <a:ln w="12700">
            <a:solidFill>
              <a:srgbClr val="3342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6144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Shukla  ·  September 2026  ·  Full report + annotated screenshots available on request  ·  No strings attached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by What Matters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High-priority item is fixable without a redesign — see the last column.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10996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874520"/>
                <a:gridCol w="1874520"/>
                <a:gridCol w="114300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ineligible for return/refund — undisclosed before purchase. Replacement only, no exchange.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vs 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policy (footer-only link)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0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“Add to cart” permanently locks to “Go to cart” — 2nd unit can't be added without refresh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&amp; Standards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0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fix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“−” silently does nothing at Qty = 1; item only removable via separate trash icon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Prevention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0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eng fix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fee appears only at checkout step 2, labelled “Convenience fee”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w/ Real World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→ Delivery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side-by-side comparison — two cycles means two browser tabs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&amp; Standards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Listing/Product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login + saved address required just to see delivery fee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Control &amp; Freedom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eng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&amp; warranty terms absent from product page and cart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vs 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Cart 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15–20s payment redirect, zero loading feedback; progress bar too faint to see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of System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eng fix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QUICK REVIEW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498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Worth 15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90195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legal/trust risk this week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non-returnable disclosure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07442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6207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cart abandonment at payment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silent 15–20s redirect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7442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8221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controls shoppers trust most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locked Add-to-cart, dead − button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10927080" cy="1188720"/>
          </a:xfrm>
          <a:prstGeom prst="roundRect">
            <a:avLst>
              <a:gd name="adj" fmla="val 6923"/>
            </a:avLst>
          </a:prstGeom>
          <a:solidFill>
            <a:srgbClr val="1E2C48"/>
          </a:solidFill>
          <a:ln w="15875">
            <a:solidFill>
              <a:srgbClr val="E0A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074920"/>
            <a:ext cx="10378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send the full report with annotated screenshots, or hop on a 15-min call with your UX team — whichever is easier.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Shukla  ·  Full 11-slide report available on request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2026-09-20T05:54:45Z</dcterms:created>
  <dcterms:modified xsi:type="dcterms:W3CDTF">2026-09-20T05:54:45Z</dcterms:modified>
</cp:coreProperties>
</file>