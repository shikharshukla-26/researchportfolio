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778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78313" y="281178"/>
            <a:ext cx="1357884" cy="1357884"/>
          </a:xfrm>
          <a:prstGeom prst="ellipse">
            <a:avLst/>
          </a:prstGeom>
          <a:solidFill>
            <a:srgbClr val="55A646"/>
          </a:solidFill>
          <a:ln/>
        </p:spPr>
      </p:sp>
      <p:sp>
        <p:nvSpPr>
          <p:cNvPr id="3" name="Text 1"/>
          <p:cNvSpPr/>
          <p:nvPr/>
        </p:nvSpPr>
        <p:spPr>
          <a:xfrm>
            <a:off x="10278313" y="244145"/>
            <a:ext cx="1357884" cy="1357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59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</a:t>
            </a:r>
            <a:endParaRPr lang="en-US" sz="4590" dirty="0"/>
          </a:p>
        </p:txBody>
      </p:sp>
      <p:sp>
        <p:nvSpPr>
          <p:cNvPr id="4" name="Shape 2"/>
          <p:cNvSpPr/>
          <p:nvPr/>
        </p:nvSpPr>
        <p:spPr>
          <a:xfrm>
            <a:off x="11133163" y="185509"/>
            <a:ext cx="395021" cy="395021"/>
          </a:xfrm>
          <a:prstGeom prst="ellipse">
            <a:avLst/>
          </a:prstGeom>
          <a:solidFill>
            <a:srgbClr val="F8CC1E"/>
          </a:solidFill>
          <a:ln/>
        </p:spPr>
      </p:sp>
      <p:sp>
        <p:nvSpPr>
          <p:cNvPr id="5" name="Shape 3"/>
          <p:cNvSpPr/>
          <p:nvPr/>
        </p:nvSpPr>
        <p:spPr>
          <a:xfrm>
            <a:off x="10176472" y="1197750"/>
            <a:ext cx="271577" cy="27157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 EXPLORATORY WALKTHROUGH · ZIPCAR.COM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things I couldn't make sense of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 a first-time visitor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46120"/>
            <a:ext cx="822960" cy="868680"/>
          </a:xfrm>
          <a:prstGeom prst="rect">
            <a:avLst/>
          </a:prstGeom>
          <a:solidFill>
            <a:srgbClr val="2F5B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461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74520" y="3364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Category clarity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3685032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Zipcar as a used-car marketplace for several seconds before the booking form loaded.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3364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first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51960"/>
            <a:ext cx="822960" cy="868680"/>
          </a:xfrm>
          <a:prstGeom prst="rect">
            <a:avLst/>
          </a:prstGeom>
          <a:solidFill>
            <a:srgbClr val="55A64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7452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Search feedback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690872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date/time gave no signal that my edit had been registered.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03920" y="43708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55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a validated finding. Both looked inexpensive to test with real users — that's what the rest of this is for.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Shikhar Shukla · Independent UX / behavioral researcher studying how interface conditions shape user interpretation and behavior.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 · P0 — VALIDATE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service category isn't clear</a:t>
            </a:r>
            <a:endParaRPr lang="en-US" sz="19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 several seconds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54864" cy="237744"/>
          </a:xfrm>
          <a:prstGeom prst="rect">
            <a:avLst/>
          </a:prstGeom>
          <a:solidFill>
            <a:srgbClr val="2F5B2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002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first seconds on the homepage I read Zipcar as a used-car marketplace. The hero</a:t>
            </a:r>
            <a:endParaRPr lang="en-US" sz="106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instantly; the booking form (pick-up/return fields) loaded 2–3 seconds later. My</a:t>
            </a:r>
            <a:endParaRPr lang="en-US" sz="106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shifted again mid-load: “taxi site” at “pick up,” then “car rental” once “return” appeared.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864" cy="237744"/>
          </a:xfrm>
          <a:prstGeom prst="rect">
            <a:avLst/>
          </a:prstGeom>
          <a:solidFill>
            <a:srgbClr val="8A6A1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7706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3044952"/>
            <a:ext cx="5760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viewport alone didn't establish the car-sharing model for me — that only</a:t>
            </a:r>
            <a:endParaRPr lang="en-US" sz="106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once the delayed booking form finished loading and I read its fields.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548640" y="3767328"/>
            <a:ext cx="54864" cy="237744"/>
          </a:xfrm>
          <a:prstGeom prst="rect">
            <a:avLst/>
          </a:prstGeom>
          <a:solidFill>
            <a:srgbClr val="2F5B26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7490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— untested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4023360"/>
            <a:ext cx="5760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the model explicitly and immediately (e.g. a static line: “Book a car by the hour</a:t>
            </a:r>
            <a:endParaRPr lang="en-US" sz="106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day”) may shorten this comprehension delay for other first-time visitors.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565392" y="1673352"/>
            <a:ext cx="4974336" cy="241401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4" name="Image 0" descr="/home/claude/zipcar_ppt/images/hero_loa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37360"/>
            <a:ext cx="4846320" cy="2286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862365" y="2109978"/>
            <a:ext cx="283464" cy="283464"/>
          </a:xfrm>
          <a:prstGeom prst="ellipse">
            <a:avLst/>
          </a:prstGeom>
          <a:solidFill>
            <a:srgbClr val="F8CC1E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862365" y="2096262"/>
            <a:ext cx="2834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02679" y="2395728"/>
            <a:ext cx="283464" cy="283464"/>
          </a:xfrm>
          <a:prstGeom prst="ellipse">
            <a:avLst/>
          </a:prstGeom>
          <a:solidFill>
            <a:srgbClr val="F8CC1E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02679" y="2382012"/>
            <a:ext cx="2834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65392" y="42245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placeholder — the one element that resolves category ambiguity     </a:t>
            </a:r>
            <a:r>
              <a:rPr lang="en-US" sz="10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visible reads as generic, not category-specific     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 · P1 — VALIDATE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Editing the form gives no signal</a:t>
            </a:r>
            <a:endParaRPr lang="en-US" sz="19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that anything happened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54864" cy="237744"/>
          </a:xfrm>
          <a:prstGeom prst="rect">
            <a:avLst/>
          </a:prstGeom>
          <a:solidFill>
            <a:srgbClr val="2F5B2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002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changing the return time three times, results didn't update. Each time I paused</a:t>
            </a:r>
            <a:endParaRPr lang="en-US" sz="106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seconds expecting an automatic refresh, then had to locate and click “Search” on the</a:t>
            </a:r>
            <a:endParaRPr lang="en-US" sz="106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right before seeing updated results.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864" cy="237744"/>
          </a:xfrm>
          <a:prstGeom prst="rect">
            <a:avLst/>
          </a:prstGeom>
          <a:solidFill>
            <a:srgbClr val="8A6A1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7706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3044952"/>
            <a:ext cx="5760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visible state change after editing a field, I assumed the system hadn't</a:t>
            </a:r>
            <a:endParaRPr lang="en-US" sz="106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my change — not that a manual step was simply required.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548640" y="3767328"/>
            <a:ext cx="54864" cy="237744"/>
          </a:xfrm>
          <a:prstGeom prst="rect">
            <a:avLst/>
          </a:prstGeom>
          <a:solidFill>
            <a:srgbClr val="2F5B26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7490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— untested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4023360"/>
            <a:ext cx="5760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tied to the moment of change (not only the Search button's location) may</a:t>
            </a:r>
            <a:endParaRPr lang="en-US" sz="106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6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this faster than either full auto-refresh or the current silent state.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565392" y="1673352"/>
            <a:ext cx="4974336" cy="2642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4" name="Image 0" descr="/home/claude/zipcar_ppt/images/search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37360"/>
            <a:ext cx="4846320" cy="2514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1164367" y="2211705"/>
            <a:ext cx="283464" cy="283464"/>
          </a:xfrm>
          <a:prstGeom prst="ellipse">
            <a:avLst/>
          </a:prstGeom>
          <a:solidFill>
            <a:srgbClr val="F8CC1E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1164367" y="2197989"/>
            <a:ext cx="2834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880092" y="2211705"/>
            <a:ext cx="283464" cy="283464"/>
          </a:xfrm>
          <a:prstGeom prst="ellipse">
            <a:avLst/>
          </a:prstGeom>
          <a:solidFill>
            <a:srgbClr val="F8CC1E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880092" y="2197989"/>
            <a:ext cx="2834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65392" y="44531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button — the only place a click is actually required     </a:t>
            </a:r>
            <a:r>
              <a:rPr lang="en-US" sz="10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time fields — changed here with no visible response     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5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75493" y="486918"/>
            <a:ext cx="854964" cy="854964"/>
          </a:xfrm>
          <a:prstGeom prst="ellipse">
            <a:avLst/>
          </a:prstGeom>
          <a:solidFill>
            <a:srgbClr val="F8CC1E"/>
          </a:solidFill>
          <a:ln/>
        </p:spPr>
      </p:sp>
      <p:sp>
        <p:nvSpPr>
          <p:cNvPr id="3" name="Text 1"/>
          <p:cNvSpPr/>
          <p:nvPr/>
        </p:nvSpPr>
        <p:spPr>
          <a:xfrm>
            <a:off x="10575493" y="463601"/>
            <a:ext cx="854964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90" b="1" dirty="0">
                <a:solidFill>
                  <a:srgbClr val="1E3A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</a:t>
            </a:r>
            <a:endParaRPr lang="en-US" sz="2890" dirty="0"/>
          </a:p>
        </p:txBody>
      </p:sp>
      <p:sp>
        <p:nvSpPr>
          <p:cNvPr id="4" name="Shape 2"/>
          <p:cNvSpPr/>
          <p:nvPr/>
        </p:nvSpPr>
        <p:spPr>
          <a:xfrm>
            <a:off x="11113732" y="426682"/>
            <a:ext cx="248717" cy="24871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11371" y="1064019"/>
            <a:ext cx="170993" cy="1709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TEST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cheap tests, before anyone builds anything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C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 1 — Category comprehension (5 users)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13969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first-time visitors correctly identify Zipcar's service within 5 seconds?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91693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homepage for 5 seconds, hide it, ask “What do you think this company does?”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694176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of 5 identify car-sharing / hourly-or-daily rental, unprompted.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C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 2 — Search-state comprehension (5 users)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213969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people know whether on-screen results reflect their latest change?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91693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changing return time, ask “Are these results up to date with what you just changed?”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347472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3694176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states current/not current, and can point to what told them so.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0881360" cy="1051560"/>
          </a:xfrm>
          <a:prstGeom prst="rect">
            <a:avLst/>
          </a:prstGeom>
          <a:solidFill>
            <a:srgbClr val="24491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86460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two: they're the cheapest way to find out whether category confusion and search-state uncertainty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real problems worth fixing — before anyone commits engineering time to a solution.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3949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 exploratory observation. Nothing here is validated yet</a:t>
            </a:r>
            <a:r>
              <a:rPr lang="en-US" sz="950" i="1" dirty="0" smtClean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950" i="1" dirty="0" smtClean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i="1" dirty="0" smtClean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950" i="1" dirty="0" smtClean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i="1" dirty="0" smtClean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</a:t>
            </a:r>
            <a:r>
              <a:rPr lang="en-US" sz="950" i="1" dirty="0" smtClean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https</a:t>
            </a:r>
            <a:r>
              <a:rPr lang="en-US" sz="950" i="1" dirty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://docs.google.com/presentation/d/1rPqm54lZRCnCmpSDettAXGx5mGV_9Chi/edit?usp=drive_link&amp;ouid=101182436828510892379&amp;rtpof=true&amp;sd=true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578</Words>
  <Application>Microsoft Office PowerPoint</Application>
  <PresentationFormat>Widescreen</PresentationFormat>
  <Paragraphs>73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Ravi Shukla</cp:lastModifiedBy>
  <cp:revision>4</cp:revision>
  <dcterms:created xsi:type="dcterms:W3CDTF">2026-09-14T09:46:01Z</dcterms:created>
  <dcterms:modified xsi:type="dcterms:W3CDTF">2026-09-14T10:35:52Z</dcterms:modified>
</cp:coreProperties>
</file>